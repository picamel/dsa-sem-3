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2" roundtripDataSignature="AMtx7mhw3tdvwghHGm7FiAj7EmxfJJcm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5c033af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5c033af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32825" y="1431064"/>
            <a:ext cx="85206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ID2230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237775" y="27707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Data Structures and Applications (July Nov 2026)</a:t>
            </a:r>
            <a:endParaRPr/>
          </a:p>
        </p:txBody>
      </p:sp>
      <p:pic>
        <p:nvPicPr>
          <p:cNvPr id="56" name="Google Shape;5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7375" y="0"/>
            <a:ext cx="1106625" cy="119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What the course is about 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</a:t>
            </a:r>
            <a:r>
              <a:rPr lang="en-US" sz="2000"/>
              <a:t>ntroduces the fundamental building blocks of computer science: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 How data is organized, stored, and handled/accessed efficiently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Explains techniques to analyze algorithm efficiency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US" sz="2000"/>
              <a:t>Implement and use core data structures ranging from basic (lists, stacks, queues) to advanced (trees, graphs, hash tables)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Topics and Schedule (Tentative)</a:t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Part I: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/>
              <a:t>Big-Oh Notation. </a:t>
            </a:r>
            <a:r>
              <a:rPr lang="en-US"/>
              <a:t>Basic data types - Lists, Stacks, Queues, Trees, Abstract data types, Searching, Sorting.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/>
              <a:t>Part II: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/>
              <a:t>Dictionaries. Binary search trees, Balanced search trees (such as AVL trees), B Trees; Hash tables -- Chaining and Open Addressing; Priority queues &amp; heaps.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/>
              <a:t>Part III: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US"/>
              <a:t>Graphs: Basic representations, Breadth First Search, Disjoint Set (Union Find) Data Structure and application to Minimum Spanning Tree.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5c033af6c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Textbooks/Resources</a:t>
            </a:r>
            <a:endParaRPr/>
          </a:p>
        </p:txBody>
      </p:sp>
      <p:sp>
        <p:nvSpPr>
          <p:cNvPr id="74" name="Google Shape;74;g3f5c033af6c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Introduction to Algorithms (</a:t>
            </a:r>
            <a:r>
              <a:rPr lang="en-US"/>
              <a:t>Cormen, Leiserson, Rivest, and Stein)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Fundamentals of Data Structures in C (Horowitz, Sahni, Anderson-Freed)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Other resources (online notes or references) will be shared in due course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Instructors </a:t>
            </a:r>
            <a:endParaRPr/>
          </a:p>
        </p:txBody>
      </p:sp>
      <p:sp>
        <p:nvSpPr>
          <p:cNvPr id="80" name="Google Shape;8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Maunendra Desarkar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CS 506, maunendra@cse.iith.ac.in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Subrahmanyam Kalyanasundaram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CS 508, subruk@cse.iith.ac.in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Please reach out to us through email.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will also set up Google classroom or Moodle where the class resources will be available.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Evaluation Plan (Tentative)</a:t>
            </a:r>
            <a:endParaRPr/>
          </a:p>
        </p:txBody>
      </p:sp>
      <p:sp>
        <p:nvSpPr>
          <p:cNvPr id="86" name="Google Shape;86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Mid sem (in class): 10 Sep 2026 (thursday)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30% weightage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End sem (in class): </a:t>
            </a:r>
            <a:r>
              <a:rPr lang="en-US"/>
              <a:t>12 Nov 2026 (thursday)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40 - 50% weightage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Programming Assignments/Quizzes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20 - 30% weightage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